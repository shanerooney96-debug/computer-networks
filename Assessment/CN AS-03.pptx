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FE83E72-FB2D-48F5-8C4A-5E9179996A3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7720" y="260985"/>
            <a:ext cx="7772400" cy="1470025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Digital Twin Networks and the OSI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5760" y="5288280"/>
            <a:ext cx="6400800" cy="17526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</a:rPr>
              <a:t>                          Presented </a:t>
            </a:r>
            <a:r>
              <a:rPr sz="2000" dirty="0">
                <a:solidFill>
                  <a:schemeClr val="tx1"/>
                </a:solidFill>
                <a:latin typeface="Arial Black" panose="020B0A04020102020204" pitchFamily="34" charset="0"/>
              </a:rPr>
              <a:t>by: </a:t>
            </a: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                         Shane </a:t>
            </a:r>
            <a:r>
              <a:rPr lang="en-US" sz="2000" dirty="0" err="1">
                <a:solidFill>
                  <a:schemeClr val="tx1"/>
                </a:solidFill>
                <a:latin typeface="Arial Black" panose="020B0A04020102020204" pitchFamily="34" charset="0"/>
              </a:rPr>
              <a:t>Rooney.A</a:t>
            </a: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[192511057]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                          Levin </a:t>
            </a:r>
            <a:r>
              <a:rPr lang="en-US" sz="2000" dirty="0" err="1">
                <a:solidFill>
                  <a:schemeClr val="tx1"/>
                </a:solidFill>
                <a:latin typeface="Arial Black" panose="020B0A04020102020204" pitchFamily="34" charset="0"/>
              </a:rPr>
              <a:t>Anish.A</a:t>
            </a: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[192511223]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                          </a:t>
            </a:r>
            <a:r>
              <a:rPr lang="en-US" sz="2000" dirty="0" err="1">
                <a:solidFill>
                  <a:schemeClr val="tx1"/>
                </a:solidFill>
                <a:latin typeface="Arial Black" panose="020B0A04020102020204" pitchFamily="34" charset="0"/>
              </a:rPr>
              <a:t>Balu.S</a:t>
            </a: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[192572015]</a:t>
            </a:r>
            <a:endParaRPr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944AF-5DE8-9D40-E9CC-A2B3B02F0824}"/>
              </a:ext>
            </a:extLst>
          </p:cNvPr>
          <p:cNvSpPr txBox="1"/>
          <p:nvPr/>
        </p:nvSpPr>
        <p:spPr>
          <a:xfrm>
            <a:off x="127000" y="5597863"/>
            <a:ext cx="4688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Guided by:</a:t>
            </a:r>
          </a:p>
          <a:p>
            <a:endParaRPr lang="en-US" sz="2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r>
              <a:rPr lang="en-IN" sz="2000" b="1" dirty="0" err="1">
                <a:latin typeface="Arial Black" panose="020B0A04020102020204" pitchFamily="34" charset="0"/>
              </a:rPr>
              <a:t>Dr.V.PARTHIPAN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420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Network (DTN) is a virtual copy of a real communication network.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Monitors, simulates and predicts network behavior.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 and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What is a DTN?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920" y="219964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digital model of physical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data from routers, switches and servers.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5G/6G Networks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Centers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OSI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40" y="2057399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= Open Systems Interconnection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by ISO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communication 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OSI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92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80" y="14986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User services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 Formatting &amp; encryption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 Connection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Transport: Reliable delivery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Routing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Link: Error detection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Physical: Transmission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DTN + OSI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5420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Monitoring dashboards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Transport: Performance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Routing optimization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Physical: Device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1544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downtime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planning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troubleshooting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399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" y="215900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DTNs create intelligent virtual network models.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provides the communication framework.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they enable smarter networking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A959-4B9D-8786-41AD-77A98E8C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025EB-C372-E959-347F-F0E9FD96A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8496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Arial Black" panose="020B0A04020102020204" pitchFamily="34" charset="0"/>
              </a:rPr>
              <a:t>THANK YOU</a:t>
            </a:r>
            <a:endParaRPr lang="en-IN" sz="9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57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237</Words>
  <Application>Microsoft Office PowerPoint</Application>
  <PresentationFormat>On-screen Show (4:3)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Arial Black</vt:lpstr>
      <vt:lpstr>Calibri</vt:lpstr>
      <vt:lpstr>Times New Roman</vt:lpstr>
      <vt:lpstr>Office Theme</vt:lpstr>
      <vt:lpstr>Digital Twin Networks and the OSI Model</vt:lpstr>
      <vt:lpstr>Introduction</vt:lpstr>
      <vt:lpstr>What is a DTN?</vt:lpstr>
      <vt:lpstr>Features</vt:lpstr>
      <vt:lpstr>Applications</vt:lpstr>
      <vt:lpstr>OSI Model</vt:lpstr>
      <vt:lpstr>OSI Layers</vt:lpstr>
      <vt:lpstr>Functions</vt:lpstr>
      <vt:lpstr>DTN + OSI</vt:lpstr>
      <vt:lpstr>Advantages</vt:lpstr>
      <vt:lpstr>Challenges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Shane Rooney</dc:creator>
  <cp:keywords/>
  <dc:description>generated using python-pptx</dc:description>
  <cp:lastModifiedBy>Shane Rooney</cp:lastModifiedBy>
  <cp:revision>2</cp:revision>
  <dcterms:created xsi:type="dcterms:W3CDTF">2013-01-27T09:14:16Z</dcterms:created>
  <dcterms:modified xsi:type="dcterms:W3CDTF">2026-07-15T03:49:56Z</dcterms:modified>
  <cp:category/>
</cp:coreProperties>
</file>